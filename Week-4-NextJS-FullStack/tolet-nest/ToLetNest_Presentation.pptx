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FINAL TECHNICAL PRESENTATION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ToLetNest: Hyperlocal Smart To-Let &amp; Roommate Finder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</a:defRPr>
            </a:pPr>
            <a:r>
              <a:t>One Ecosystem, Two Apps | MERN Stack Web Admin + React Native Mobile 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5912" cy="4114800"/>
          </a:xfrm>
          <a:prstGeom prst="rect">
            <a:avLst/>
          </a:prstGeom>
          <a:solidFill>
            <a:srgbClr val="131C3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Real-World Problem: Solving the chaotic, spam-ridden Facebook group To-Let search in Dhaka.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Full-Stack Ecosystem: Shared MongoDB + Mongoose REST API powering both Web and Mobile apps.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Key Innovation 1: Transparent Rent + Itemized Utility Pricing Engine (Zero hidden bill surprises).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Key Innovation 2: 1-Tap Nearby GPS Radar with real-time proximity distance badges (350m away from NSU).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Key Innovation 3: Privacy-First In-App Voice Calling + 1-Tap 'Close Chat' Anti-Harassment Shield.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REAL-WORLD PROBLEM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The Urban To-Let Chaos in Major Cities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</a:defRPr>
            </a:pPr>
            <a:r>
              <a:t>Why current accommodation discovery in Dhaka (Bashundhara, Dhanmondi, Saidnagar) is broken: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5912" cy="4114800"/>
          </a:xfrm>
          <a:prstGeom prst="rect">
            <a:avLst/>
          </a:prstGeom>
          <a:solidFill>
            <a:srgbClr val="131C3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Facebook Group Overload: Thousands of unstructured, spammy posts with no radius or price filters.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Hidden Bill Shocks: Advertised ৳7,000 rent turns into ৳10,500 due to hidden electricity, gas &amp; maid bills.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Privacy &amp; Safety Hazards: Calling 20 random landlords exposes personal phone numbers and social profiles.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Persistent Harassment: Inability to easily disconnect from unwanted follow-ups after negotiation fails.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ARCHITECTURE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One Shared Ecosystem, Two Platform Frontends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</a:defRPr>
            </a:pPr>
            <a:r>
              <a:t>High-performance full-stack architecture sharing a unified MongoDB backend: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5912" cy="4114800"/>
          </a:xfrm>
          <a:prstGeom prst="rect">
            <a:avLst/>
          </a:prstGeom>
          <a:solidFill>
            <a:srgbClr val="131C3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Landlord Web Portal (Next.js 14 / React 18): 1-minute smart listing creation &amp; inquiries inbox.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Tenant Mobile Client (React Native): 1-Tap GPS Radar, smart filter drawer, and offline saved favorites.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Database Layer (MongoDB + Mongoose): 2dsphere spatial indexing for instant Haversine distance calculations.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Resilience Engine: Cached singleton connection pool + automatic reactive in-memory fallback store.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CORE INNOVATION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Transparent Rent &amp; Itemized Utility Pricing Engine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</a:defRPr>
            </a:pPr>
            <a:r>
              <a:t>Empowering students and bachelors with 100% upfront financial transparency: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5912" cy="4114800"/>
          </a:xfrm>
          <a:prstGeom prst="rect">
            <a:avLst/>
          </a:prstGeom>
          <a:solidFill>
            <a:srgbClr val="131C3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Mode A (Itemized Breakdown): Electricity, gas, water, service charge, WiFi, and waste listed individually.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Mode B (All-Inclusive Bundle): Fixed all-in surcharge added transparently to base rent.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Mode C (Contact for Bills): For negotiable or shared electric meter arrangements.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Live UI Cost Badge: Base Rent (৳8,500) + Utilities (৳1,450) = ৳9,950/mo Total Estimated Living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PRIVACY ARCHITECTURE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In-App Voice Calling &amp; Anti-Harassment Shield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</a:defRPr>
            </a:pPr>
            <a:r>
              <a:t>Zero personal phone number or social profile exposure during discovery: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5912" cy="4114800"/>
          </a:xfrm>
          <a:prstGeom prst="rect">
            <a:avLst/>
          </a:prstGeom>
          <a:solidFill>
            <a:srgbClr val="131C3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In-App Audio Call Simulator (WebRTC): Direct peer calling through the app interface with zero number leaks.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Interactive Call Controls: Real-time connected call timer, ringing tone, mute, speaker, and call log.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One-Tap 'Close Chat' (Anti-Harassment): Tenant locks communication with 1 click if terms don't match.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Two-Way Termination: Once closed, landlord cannot initiate unsolicited calls or messages.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MOBILE DEEP-DIVE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React Native Core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</a:defRPr>
            </a:pPr>
            <a:r>
              <a:t>Strict adherence to pure mobile primitives and touch interactions: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5912" cy="4114800"/>
          </a:xfrm>
          <a:prstGeom prst="rect">
            <a:avLst/>
          </a:prstGeom>
          <a:solidFill>
            <a:srgbClr val="131C3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Native Components: Built with &lt;View&gt;, &lt;Text&gt;, &lt;FlatList&gt;, &lt;TouchableOpacity&gt;, and &lt;Modal&gt;.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Encapsulated StyleSheet: Modular density-independent pixel styling with smooth flexbox layouts.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Custom Hooks: useLocationRadar for GPS proximity &amp; useInAppChat for message stream state.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Interactive Touch Feedback: Active opacity, card animations, and responsive modal sheets.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DATABASE MODELING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MongoDB Schemas &amp; Spatial Indexing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</a:defRPr>
            </a:pPr>
            <a:r>
              <a:t>Mongoose ODM models engineered for performance and strict data validation: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5912" cy="4114800"/>
          </a:xfrm>
          <a:prstGeom prst="rect">
            <a:avLst/>
          </a:prstGeom>
          <a:solidFill>
            <a:srgbClr val="131C3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Listing Schema: GeoJSON coordinates [longitude, latitude] with 2dsphere index for radius queries.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Pre-Save Middleware: Normalizes amenities and auto-calculates totalUtility on itemized mode.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Conversation Schema: Linked listingId, message threads, call durations, and status enum.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Connection Pooling: global.mongoose singleton caching prevents connection exhaustion on Fast Refresh.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LIVE DEMONSTRATION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Live Product Walkthrough Flow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</a:defRPr>
            </a:pPr>
            <a:r>
              <a:t>Real-time synchronization between Landlord Web Dashboard and Mobile Simulator: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5912" cy="4114800"/>
          </a:xfrm>
          <a:prstGeom prst="rect">
            <a:avLst/>
          </a:prstGeom>
          <a:solidFill>
            <a:srgbClr val="131C3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Step 1: Landlord posts a new To-Let in Bashundhara Block C with itemized utility charges.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Step 2: Mobile App Radar sweeps and instantly displays the listing with '📍 350m away' distance badge.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Step 3: Filter by 'Bachelor Male' + 'Attached Bath' + Budget Slider.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Step 4: Launch In-App Voice Call screen and demonstrate One-Tap 'Close Chat' anti-harassment shield.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ENGINEERING RETROSPECTIVE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Key Engineering Lessons Learned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</a:defRPr>
            </a:pPr>
            <a:r>
              <a:t>Core competencies mastered during the full-stack development lifecycle: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5912" cy="4114800"/>
          </a:xfrm>
          <a:prstGeom prst="rect">
            <a:avLst/>
          </a:prstGeom>
          <a:solidFill>
            <a:srgbClr val="131C3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Full-Stack State Lifting: Unifying server-side REST API handlers with reactive client UI state.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Web DOM vs Mobile Primitives: Mastering the layout and lifecycle differences in React Native.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Privacy by Design: Incorporating user safety and number anonymity into the core data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CONCLUSION &amp; Q&amp;A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ToLetNest: Summary &amp; Conclusion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</a:defRPr>
            </a:pPr>
            <a:r>
              <a:t>Empowering urban tenants and landlords with modern, transparent software.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10725912" cy="4114800"/>
          </a:xfrm>
          <a:prstGeom prst="rect">
            <a:avLst/>
          </a:prstGeom>
          <a:solidFill>
            <a:srgbClr val="131C3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149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GitHub Repository: wasi-747/1-month-training-resources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Tech Stack: JavaScript (ES6+), React 18, Next.js 14 App Router, React Native, MongoDB &amp; Mongoose.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Status: Production-grade, resilient hybrid architecture ready for deployment.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 Open for Questions &amp; Technical Deep Dive!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