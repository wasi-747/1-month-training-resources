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hyperlink" Target="https://wasi-747.github.io/1-month-training-resources/Week-2-React-Deep-Dive/react-playground/dist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4F4F5"/>
                </a:solidFill>
                <a:latin typeface="Syne"/>
              </a:rPr>
              <a:t>WEEK 2 </a:t>
            </a:r>
            <a:r>
              <a:rPr sz="4800" b="1" i="0" u="none" dirty="0">
                <a:solidFill>
                  <a:srgbClr val="F97316"/>
                </a:solidFill>
                <a:latin typeface="Syne"/>
              </a:rPr>
              <a:t>EVALUATION</a:t>
            </a:r>
            <a:r>
              <a:rPr sz="4800" b="1" i="0" u="none" dirty="0">
                <a:solidFill>
                  <a:srgbClr val="F4F4F5"/>
                </a:solidFill>
                <a:latin typeface="Syne"/>
              </a:rPr>
              <a:t>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25" y="2036266"/>
            <a:ext cx="106489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D4D4D8"/>
                </a:solidFill>
                <a:latin typeface="Plus Jakarta Sans"/>
              </a:rPr>
              <a:t>React Deep Dive, MongoDB &amp; Next.js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02" y="2843956"/>
            <a:ext cx="13335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186" y="2839932"/>
            <a:ext cx="1962150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6148" y="2843956"/>
            <a:ext cx="1481137" cy="352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987" y="2843952"/>
            <a:ext cx="1571625" cy="352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156" y="2839931"/>
            <a:ext cx="1243012" cy="352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4" y="2843954"/>
            <a:ext cx="952500" cy="352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5881687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725" y="5791200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4F4F5"/>
                </a:solidFill>
                <a:latin typeface="Syne SemiBold"/>
              </a:rPr>
              <a:t>Wasiur Rahman Sakib </a:t>
            </a:r>
            <a:r>
              <a:rPr sz="1650" b="0" i="0" u="none">
                <a:solidFill>
                  <a:srgbClr val="A1A1AA"/>
                </a:solidFill>
                <a:latin typeface="Syne"/>
              </a:rPr>
              <a:t>Software Engineer Intern | Web &amp; Mobile Full-Stack Engineering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2958256"/>
            <a:ext cx="14763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7450" y="2958256"/>
            <a:ext cx="185737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3900" y="2958256"/>
            <a:ext cx="147637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9337" y="2958256"/>
            <a:ext cx="128587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5262" y="2958256"/>
            <a:ext cx="147637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2575" y="2958256"/>
            <a:ext cx="128587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14450"/>
            <a:ext cx="5229225" cy="2286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314450"/>
            <a:ext cx="5229225" cy="22865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91545"/>
            <a:ext cx="5229225" cy="22865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791545"/>
            <a:ext cx="5229225" cy="22865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15525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15525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402967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029670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50" y="2124075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React Paradigm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124075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State &amp; 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60117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460117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Full-Stack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2514600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Declarative UI 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2797373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Virtual DOM Diffing &amp; 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3080146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Unidirectional Data Flow 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2514600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Immutability Principles enforced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2797373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useEffect Lifecycle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3080146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Custom Hooks logic abstraction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4991695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MongoDB BSON Documents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5274468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Mongoose Schemas &amp; strict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557242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Advanced Data Aggregation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7975" y="4991695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Next.js App Router 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7975" y="5274468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Server vs Client Components delineation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5557242"/>
            <a:ext cx="4524375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Unified API route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EXECUTIVE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OVERVIEW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2533650"/>
            <a:ext cx="666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2816423"/>
            <a:ext cx="666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3099196"/>
            <a:ext cx="666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2533650"/>
            <a:ext cx="666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2816423"/>
            <a:ext cx="666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099196"/>
            <a:ext cx="666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5010745"/>
            <a:ext cx="666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5293518"/>
            <a:ext cx="666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5576292"/>
            <a:ext cx="666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5010745"/>
            <a:ext cx="666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5293518"/>
            <a:ext cx="666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5576292"/>
            <a:ext cx="666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52587"/>
            <a:ext cx="503872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62112"/>
            <a:ext cx="501967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085379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97316"/>
                </a:solidFill>
                <a:latin typeface="Syne SemiBold"/>
              </a:rPr>
              <a:t>Uni-directional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447329"/>
            <a:ext cx="50387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Props flow down, Events bubble up. Establishes a predictable, single source of truth for component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3346251"/>
            <a:ext cx="492061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97316"/>
                </a:solidFill>
                <a:latin typeface="Syne SemiBold"/>
              </a:rPr>
              <a:t>Virtual DOM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708201"/>
            <a:ext cx="50387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Maintains an in-memory tree representation. Utilizes heuristic reconciliation diffing for highly batched repaints.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4607123"/>
            <a:ext cx="499062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97316"/>
                </a:solidFill>
                <a:latin typeface="Syne SemiBold"/>
              </a:rPr>
              <a:t>State Immutability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969073"/>
            <a:ext cx="5038725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Relies on reference equality (prev !== next). Safely updating states via spread [...prev] and .map().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113954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374826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635698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REACT CORE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IMMUTABILITY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14450"/>
            <a:ext cx="3397150" cy="29158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275" y="1314450"/>
            <a:ext cx="3397299" cy="29158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175" y="1314450"/>
            <a:ext cx="3397150" cy="291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50" y="213360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useEffect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5400" y="2133600"/>
            <a:ext cx="30671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Cleanup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1300" y="213360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Custom Hooks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1609725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50" y="2524125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Synchronizes component with external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3013471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Strictly controlled via dependency arrays.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3502818"/>
            <a:ext cx="26923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Prevents infinite re-rendering loops.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400" y="1609725"/>
            <a:ext cx="39052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4000" y="2524125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Aborts pending HTTP network requests.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000" y="3013471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Clears active JavaScript timers/intervals.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000" y="3502818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Crucial for preventing silent memory leaks.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300" y="160972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89900" y="2524125"/>
            <a:ext cx="26923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Abstracts reusable UI business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9900" y="2806898"/>
            <a:ext cx="2692300" cy="225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useFetch for Async state handling.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9900" y="3108721"/>
            <a:ext cx="2692300" cy="432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useToggle for Boolean modal switches.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LIFECYCLE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CUSTOM HOOKS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543175"/>
            <a:ext cx="666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032521"/>
            <a:ext cx="666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521868"/>
            <a:ext cx="666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2543175"/>
            <a:ext cx="666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3032521"/>
            <a:ext cx="666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3521868"/>
            <a:ext cx="666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2543175"/>
            <a:ext cx="666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2825948"/>
            <a:ext cx="666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3127771"/>
            <a:ext cx="666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14450"/>
            <a:ext cx="3397150" cy="29539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275" y="1314450"/>
            <a:ext cx="3397299" cy="29539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175" y="1314450"/>
            <a:ext cx="3397150" cy="2953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50" y="213360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F4F4F5"/>
                </a:solidFill>
                <a:latin typeface="Syne SemiBold"/>
              </a:rPr>
              <a:t>MongoDB (BSON)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5400" y="2133600"/>
            <a:ext cx="30671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Mongoose ODM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1300" y="213360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Next.js Paradigm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1609725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50" y="2524125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Flexible, schema-less document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3013471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Optimized embedded sub-documents.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3502818"/>
            <a:ext cx="2692300" cy="451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Powerful Aggregations ($match, $group).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400" y="1609725"/>
            <a:ext cx="3048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4000" y="2524125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Enforces strict schema validation logic.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000" y="3013471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Automated field type casting/coercion.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000" y="3502818"/>
            <a:ext cx="2692449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Pre/Post database middleware hooks.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300" y="160972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89900" y="2524125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Server Components with Zero JS bundle.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9900" y="3013471"/>
            <a:ext cx="2692300" cy="451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Explicit Client interactivity ('use client').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9900" y="3540918"/>
            <a:ext cx="26923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Integrated API routes for backend logic.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DATABASE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FRAMEWORK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543175"/>
            <a:ext cx="666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032521"/>
            <a:ext cx="666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521868"/>
            <a:ext cx="666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2543175"/>
            <a:ext cx="666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3032521"/>
            <a:ext cx="666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3521868"/>
            <a:ext cx="666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2543175"/>
            <a:ext cx="666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3032521"/>
            <a:ext cx="666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300" y="3559968"/>
            <a:ext cx="666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921371"/>
            <a:ext cx="10648950" cy="11257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237607"/>
            <a:ext cx="10648950" cy="11257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53842"/>
            <a:ext cx="10648950" cy="1116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5850" y="2248048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43F5E"/>
                </a:solidFill>
                <a:latin typeface="Plus Jakarta Sans"/>
              </a:rPr>
              <a:t>CHALLENGE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476648"/>
            <a:ext cx="4208412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Async race condition crashing unmounted components.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551" y="2369939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97439" y="2121396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B308"/>
                </a:solidFill>
                <a:latin typeface="Plus Jakarta Sans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7439" y="2349996"/>
            <a:ext cx="4208412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Implemented AbortController &amp; useEffect explicit cleanup.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3564284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43F5E"/>
                </a:solidFill>
                <a:latin typeface="Plus Jakarta Sans"/>
              </a:rPr>
              <a:t>CHALLENGE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792884"/>
            <a:ext cx="4208412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State array in-place mutation skipping UI repaints.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551" y="368617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7439" y="3437632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B308"/>
                </a:solidFill>
                <a:latin typeface="Plus Jakarta Sans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7439" y="3666232"/>
            <a:ext cx="4208412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Enforced pure transformations via spread syntax [...prev].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875758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43F5E"/>
                </a:solidFill>
                <a:latin typeface="Plus Jakarta Sans"/>
              </a:rPr>
              <a:t>CHALLENGE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5104358"/>
            <a:ext cx="4208412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Database connection multi-spawning on hot reloads.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551" y="4997648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97439" y="4753867"/>
            <a:ext cx="44188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B308"/>
                </a:solidFill>
                <a:latin typeface="Plus Jakarta San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7439" y="4982467"/>
            <a:ext cx="4208412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4E4E7"/>
                </a:solidFill>
                <a:latin typeface="Plus Jakarta Sans"/>
              </a:rPr>
              <a:t>Architected a global singleton cached connection promise.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TECHNICAL CHALLENGES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SOLUTIONS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19275"/>
            <a:ext cx="5229225" cy="20335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19275"/>
            <a:ext cx="5229225" cy="20335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043362"/>
            <a:ext cx="5229225" cy="20335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4043362"/>
            <a:ext cx="5229225" cy="20335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205740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05740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428148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281487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50" y="262890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Declarative UI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019425"/>
            <a:ext cx="47529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Prioritizing state-driven rendering logic over error-prone, imperative DOM manipulation. Let the state dictate the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628900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Single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019425"/>
            <a:ext cx="47529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Lifting state up the component tree to eliminate data desynchronization bugs between sibling components.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852987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Defensive UI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243512"/>
            <a:ext cx="47529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Implementing explicit loading skeletons, comprehensive error boundaries, and safe fallbacks for better 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852987"/>
            <a:ext cx="49906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4F4F5"/>
                </a:solidFill>
                <a:latin typeface="Syne SemiBold"/>
              </a:rPr>
              <a:t>Modular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5243512"/>
            <a:ext cx="47529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62" b="0" i="0" u="none">
                <a:solidFill>
                  <a:srgbClr val="A1A1AA"/>
                </a:solidFill>
                <a:latin typeface="Plus Jakarta Sans"/>
              </a:rPr>
              <a:t>Enforcing a clean, rigid separation of UI presentation components and underlying custom hook business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581025"/>
            <a:ext cx="11181397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ENGINEERING TAKEAWAYS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BEST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5090636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PRACTICAL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PROJECT</a:t>
            </a:r>
            <a:r>
              <a:rPr sz="3300" b="1" i="0" u="none">
                <a:solidFill>
                  <a:srgbClr val="F4F4F5"/>
                </a:solidFill>
                <a:latin typeface="Syne"/>
              </a:rPr>
              <a:t> DEMO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1103" y="1"/>
            <a:ext cx="5980897" cy="6858000"/>
          </a:xfrm>
          <a:prstGeom prst="rect">
            <a:avLst/>
          </a:prstGeom>
        </p:spPr>
      </p:pic>
      <p:pic>
        <p:nvPicPr>
          <p:cNvPr id="5" name="Picture 4" descr="image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730" y="5301256"/>
            <a:ext cx="4848225" cy="59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3950" y="2175867"/>
            <a:ext cx="472059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4F4F5"/>
                </a:solidFill>
                <a:latin typeface="Syne SemiBold"/>
              </a:rPr>
              <a:t>Tic-Tac-Toe 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499717"/>
            <a:ext cx="48482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Features an immutable board history, time-travel move jumping capabilities, and purely calculated win logic isolated from UI rendering.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581400"/>
            <a:ext cx="477059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4F4F5"/>
                </a:solidFill>
                <a:latin typeface="Syne SemiBold"/>
              </a:rPr>
              <a:t>Custom Hooks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905250"/>
            <a:ext cx="4848225" cy="795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Demonstrates useFetch for seamless loading/error lifecycle management and useToggle for isolated boolean modal triggers.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204442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6099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5520332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36390" y="3819525"/>
            <a:ext cx="8519070" cy="3810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76984" y="2076450"/>
            <a:ext cx="351340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97316"/>
                </a:solidFill>
                <a:latin typeface="Syne SemiBold"/>
              </a:rPr>
              <a:t>Week 3: Academic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0636" y="2486025"/>
            <a:ext cx="3346102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 dirty="0">
                <a:solidFill>
                  <a:srgbClr val="A1A1AA"/>
                </a:solidFill>
                <a:latin typeface="Plus Jakarta Sans"/>
              </a:rPr>
              <a:t>University Midterm Examinations. Concurrent background focus on React &amp; Full-Stack concept consolidation and deep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1459" y="4219575"/>
            <a:ext cx="351340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EAB308"/>
                </a:solidFill>
                <a:latin typeface="Syne SemiBold"/>
              </a:rPr>
              <a:t>Week 4: Mobile Dev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5111" y="4629150"/>
            <a:ext cx="334610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A1A1AA"/>
                </a:solidFill>
                <a:latin typeface="Plus Jakarta Sans"/>
              </a:rPr>
              <a:t>Diving into React Native for cross-platform iOS/Android apps. Exploring core elements (FlatList, View), React Navigation, Device APIs, and Backend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4F4F5"/>
                </a:solidFill>
                <a:latin typeface="Syne"/>
              </a:rPr>
              <a:t>ROADMAP &amp; </a:t>
            </a:r>
            <a:r>
              <a:rPr sz="3300" b="1" i="0" u="none">
                <a:solidFill>
                  <a:srgbClr val="F97316"/>
                </a:solidFill>
                <a:latin typeface="Syne"/>
              </a:rPr>
              <a:t>FUTURE MILESTONES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313" y="3724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43788" y="3724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381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05325" y="3843633"/>
            <a:ext cx="33686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 dirty="0">
                <a:solidFill>
                  <a:srgbClr val="F97316"/>
                </a:solidFill>
                <a:latin typeface="Syne"/>
              </a:rPr>
              <a:t>Launch Live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1975" y="3716535"/>
            <a:ext cx="3448050" cy="561975"/>
          </a:xfrm>
          <a:prstGeom prst="roundRect">
            <a:avLst>
              <a:gd name="adj" fmla="val 13559"/>
            </a:avLst>
          </a:prstGeom>
          <a:solidFill>
            <a:srgbClr val="F97316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55582" y="1493490"/>
            <a:ext cx="6680835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F4F4F5"/>
                </a:solidFill>
                <a:latin typeface="Syne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2887" y="2817465"/>
            <a:ext cx="40862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A1A1AA"/>
                </a:solidFill>
                <a:latin typeface="Plus Jakarta Sans"/>
              </a:rPr>
              <a:t>Questions &amp; Live Project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5325" y="4888110"/>
            <a:ext cx="31813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4E4E7"/>
                </a:solidFill>
                <a:latin typeface="Plus Jakarta Sans"/>
              </a:rPr>
              <a:t>Presented by </a:t>
            </a:r>
            <a:r>
              <a:rPr sz="1500" b="0" i="0" u="none">
                <a:solidFill>
                  <a:srgbClr val="F97316"/>
                </a:solidFill>
                <a:latin typeface="Plus Jakarta Sans SemiBold"/>
              </a:rPr>
              <a:t>Wasiur Rahman Sakib</a:t>
            </a:r>
            <a:r>
              <a:t>
</a:t>
            </a:r>
            <a:r>
              <a:rPr sz="1500" b="0" i="0" u="none">
                <a:solidFill>
                  <a:srgbClr val="A1A1AA"/>
                </a:solidFill>
                <a:latin typeface="Plus Jakarta Sans SemiBold"/>
              </a:rPr>
              <a:t>Software Engineer Intern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902273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561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Plus Jakarta Sans</vt:lpstr>
      <vt:lpstr>Plus Jakarta Sans SemiBold</vt:lpstr>
      <vt:lpstr>Syne</vt:lpstr>
      <vt:lpstr>Syne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Wasiur Rahman Shakib</cp:lastModifiedBy>
  <cp:revision>2</cp:revision>
  <dcterms:created xsi:type="dcterms:W3CDTF">2013-01-27T09:14:16Z</dcterms:created>
  <dcterms:modified xsi:type="dcterms:W3CDTF">2026-08-19T00:00:40Z</dcterms:modified>
  <cp:category/>
</cp:coreProperties>
</file>