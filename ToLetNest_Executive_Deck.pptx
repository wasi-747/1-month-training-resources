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  <a:latin typeface="Segoe UI"/>
              </a:rPr>
              <a:t>TOLETNEST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9722D"/>
                </a:solidFill>
                <a:latin typeface="Segoe UI"/>
              </a:rPr>
              <a:t>Hyperlocal Smart Rental &amp; Seat-Booking Ecosystem for Dhaka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4D399"/>
                </a:solidFill>
                <a:latin typeface="Segoe UI"/>
              </a:rPr>
              <a:t>[⚛️ React Native]   [▲ Next.js 14]   [🍃 MongoDB Atlas]   [📍 Haversine Proximity]   [🔒 Privacy Shield]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94A3B8"/>
                </a:solidFill>
                <a:latin typeface="Segoe UI"/>
              </a:rPr>
              <a:t>Presenter: Wasiur Rahman Sakib | Software Engineer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722D"/>
                </a:solidFill>
                <a:latin typeface="Segoe U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The Real Dhaka Rental Crisis: What We Solved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4747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82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800" b="1">
                <a:solidFill>
                  <a:srgbClr val="FB7185"/>
                </a:solidFill>
                <a:latin typeface="Segoe UI"/>
              </a:rPr>
              <a:t>🚫 Spam &amp; Broker Traps
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Students post in Facebook groups and get 50+ broker calls.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Inflated middleman commissions (up to 50% first month rent).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Persistent harassment of female student tenants.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4747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82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800" b="1">
                <a:solidFill>
                  <a:srgbClr val="FBBF24"/>
                </a:solidFill>
                <a:latin typeface="Segoe UI"/>
              </a:rPr>
              <a:t>🗺️ Zero Proximity Visibility
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No way to see available seats within 500m of university gates.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Hours wasted walking across Dhaka streets in the heat.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Zero real-time vacancy radar.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747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82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800" b="1">
                <a:solidFill>
                  <a:srgbClr val="38BDF8"/>
                </a:solidFill>
                <a:latin typeface="Segoe UI"/>
              </a:rPr>
              <a:t>💸 Hidden Utility Surprises
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Vague 'Rent ৳6,000' turns into ৳9,500 after hidden bills.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No itemized transparency for gas, wifi, and service charge.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Lack of fast P2P seat-transfer workflow for students.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722D"/>
                </a:solidFill>
                <a:latin typeface="Segoe UI"/>
              </a:rPr>
              <a:t>ENGINEERING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Full-Stack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4747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82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800" b="1">
                <a:solidFill>
                  <a:srgbClr val="38BDF8"/>
                </a:solidFill>
                <a:latin typeface="Segoe UI"/>
              </a:rPr>
              <a:t>📱 Mobile Client (React Native)
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Cross-platform iOS &amp; Android experience.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Interactive Dhaka Proximity Radar &amp; Pan Map.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60-second Fast Mobile Posting for Students.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In-App Audio Ringtone &amp; WebRTC Caller.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4747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82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800" b="1">
                <a:solidFill>
                  <a:srgbClr val="818CF8"/>
                </a:solidFill>
                <a:latin typeface="Segoe UI"/>
              </a:rPr>
              <a:t>🌐 Web Portal &amp; Super Admin
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Next.js 14 App Router &amp; Serverless Routes.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Live University Hub Vacancy Heatmap.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Anti-broker Moderation &amp; Verification Queue.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Universal Desktop Posting for Landlords &amp; Hosts.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747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82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800" b="1">
                <a:solidFill>
                  <a:srgbClr val="34D399"/>
                </a:solidFill>
                <a:latin typeface="Segoe UI"/>
              </a:rPr>
              <a:t>🍃 Cloud DB &amp; Failover Layer
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MongoDB Atlas Cloud Cluster (Mongoose ODM).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2dsphere GeoJSON spatial indexing.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Resilient in-memory fallback (100% uptime guarantee).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Zero paid Google Maps dependency (Haversine math).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722D"/>
                </a:solidFill>
                <a:latin typeface="Segoe UI"/>
              </a:rPr>
              <a:t>MOBILE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React Native Mobile Client: P2P Student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0352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182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800" b="1">
                <a:solidFill>
                  <a:srgbClr val="C9722D"/>
                </a:solidFill>
                <a:latin typeface="Segoe UI"/>
              </a:rPr>
              <a:t>📍 Live Dhaka Proximity Radar
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Dynamic GPS coordinate projection relative to user position.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Smooth drag-to-pan &amp; mouse-wheel zooming with scroll containment.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Clean glowing category blips (Seat, Room, Dining, Sublet, Flat).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30352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182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800" b="1">
                <a:solidFill>
                  <a:srgbClr val="34D399"/>
                </a:solidFill>
                <a:latin typeface="Segoe UI"/>
              </a:rPr>
              <a:t>⚡ 60-Second Fast P2P Posting
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Outgoing students can transfer vacant seats in 3 clicks.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Auto-computes itemized utility breakdown transparently.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Instant publish to active Dhaka university radar.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114800"/>
            <a:ext cx="530352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182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800" b="1">
                <a:solidFill>
                  <a:srgbClr val="38BDF8"/>
                </a:solidFill>
                <a:latin typeface="Segoe UI"/>
              </a:rPr>
              <a:t>🔒 Privacy Shield &amp; In-App Calling
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Personal SIM phone numbers masked by default.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Web Audio API ringtone synthesizer &amp; live call timer.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In-app messaging protects female students from spam.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30352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182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800" b="1">
                <a:solidFill>
                  <a:srgbClr val="FBBF24"/>
                </a:solidFill>
                <a:latin typeface="Segoe UI"/>
              </a:rPr>
              <a:t>🎓 Authentic Rental Categories
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Seat Rent (1/2/3+ seats), Single Room, Master Bed.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Partitioned Dining Space &amp; Student Sublet.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Tenant preference chips (Bachelor Male, Female, Family).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722D"/>
                </a:solidFill>
                <a:latin typeface="Segoe UI"/>
              </a:rPr>
              <a:t>WEB COMMAND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Platform Control Center &amp; Super Admin Portal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4747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82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800" b="1">
                <a:solidFill>
                  <a:srgbClr val="818CF8"/>
                </a:solidFill>
                <a:latin typeface="Segoe UI"/>
              </a:rPr>
              <a:t>📊 Campus Hub Heatmap
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Real-time vacancy tracking across 7 Dhaka student hubs.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Bashundhara R/A (NSU/IUB), Badda (BRAC), Aftabnagar (EWU).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Saidnagar 100ft (Mess beds), Dhanmondi &amp; Mirpur corridors.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4747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82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800" b="1">
                <a:solidFill>
                  <a:srgbClr val="34D399"/>
                </a:solidFill>
                <a:latin typeface="Segoe UI"/>
              </a:rPr>
              <a:t>🗂️ Listing Moderation
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Super Admin directory with instant search &amp; category filter.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Toggle Available / Rented status with one click.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Verify student ID badges and flag suspicious broker posts.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Soft delete &amp; content moderation audit.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747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82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800" b="1">
                <a:solidFill>
                  <a:srgbClr val="38BDF8"/>
                </a:solidFill>
                <a:latin typeface="Segoe UI"/>
              </a:rPr>
              <a:t>🛡️ Privacy &amp; Security Audit
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Live log of masked audio calls and protected chats.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Auto-closes communication channels once deal is rented.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Full-screen dual split-view for executive 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722D"/>
                </a:solidFill>
                <a:latin typeface="Segoe UI"/>
              </a:rPr>
              <a:t>DATABASE &amp; 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MongoDB Atlas Cloud &amp; Resilient Failover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4747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82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800" b="1">
                <a:solidFill>
                  <a:srgbClr val="34D399"/>
                </a:solidFill>
                <a:latin typeface="Segoe UI"/>
              </a:rPr>
              <a:t>🍃 MongoDB Atlas Cloud
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Hosted cloud cluster with Mongoose ODM schema validation.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Embedded utility breakdown sub-documents.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2dsphere GeoJSON spatial coordinates for fast radius queries.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4747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82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800" b="1">
                <a:solidFill>
                  <a:srgbClr val="FBBF24"/>
                </a:solidFill>
                <a:latin typeface="Segoe UI"/>
              </a:rPr>
              <a:t>🛡️ High-Availability Fallback
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Automatic failover to reactive in-memory mock store.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Zero crashes even if offline or cloud IP unwhitelisted.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Auto-seeds rich Dhaka dataset if collection is empty.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747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82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800" b="1">
                <a:solidFill>
                  <a:srgbClr val="38BDF8"/>
                </a:solidFill>
                <a:latin typeface="Segoe UI"/>
              </a:rPr>
              <a:t>📐 Haversine Proximity Engine
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Trigonometric spherical distance formula: d = 2R × asin(√a).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Computes real-time walking distance (e.g., '150m away').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100% free with zero recurring API billing.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722D"/>
                </a:solidFill>
                <a:latin typeface="Segoe UI"/>
              </a:rPr>
              <a:t>ENGINEERING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Technical Challenges &amp; Engineering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03520" cy="1097280"/>
          </a:xfrm>
          <a:prstGeom prst="roundRect">
            <a:avLst/>
          </a:prstGeom>
          <a:solidFill>
            <a:srgbClr val="1821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B7185"/>
                </a:solidFill>
                <a:latin typeface="Segoe UI"/>
              </a:rPr>
              <a:t>⚠️ Wheel Zoom Jumped Parent Window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303520" cy="1097280"/>
          </a:xfrm>
          <a:prstGeom prst="round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34D399"/>
                </a:solidFill>
                <a:latin typeface="Segoe UI"/>
              </a:rPr>
              <a:t>💡 Non-Passive Callback Ref with e.preventDefault() &amp; Scroll Lock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5303520" cy="1097280"/>
          </a:xfrm>
          <a:prstGeom prst="roundRect">
            <a:avLst/>
          </a:prstGeom>
          <a:solidFill>
            <a:srgbClr val="1821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B7185"/>
                </a:solidFill>
                <a:latin typeface="Segoe UI"/>
              </a:rPr>
              <a:t>⚠️ High Costs of Google Maps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017520"/>
            <a:ext cx="5303520" cy="1097280"/>
          </a:xfrm>
          <a:prstGeom prst="round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34D399"/>
                </a:solidFill>
                <a:latin typeface="Segoe UI"/>
              </a:rPr>
              <a:t>💡 Mathematical Haversine Engine + HTML5 Geolocation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89120"/>
            <a:ext cx="5303520" cy="1097280"/>
          </a:xfrm>
          <a:prstGeom prst="roundRect">
            <a:avLst/>
          </a:prstGeom>
          <a:solidFill>
            <a:srgbClr val="1821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B7185"/>
                </a:solidFill>
                <a:latin typeface="Segoe UI"/>
              </a:rPr>
              <a:t>⚠️ Empty Cloud DB Caused Blank Screens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389120"/>
            <a:ext cx="5303520" cy="1097280"/>
          </a:xfrm>
          <a:prstGeom prst="round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34D399"/>
                </a:solidFill>
                <a:latin typeface="Segoe UI"/>
              </a:rPr>
              <a:t>💡 Active Data Source Fallback with Auto-Seeding Guarantee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722D"/>
                </a:solidFill>
                <a:latin typeface="Segoe UI"/>
              </a:rPr>
              <a:t>MARKET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Commercial Feasibility &amp; Growth Potential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0352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182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800" b="1">
                <a:solidFill>
                  <a:srgbClr val="38BDF8"/>
                </a:solidFill>
                <a:latin typeface="Segoe UI"/>
              </a:rPr>
              <a:t>🎯 Target Audience in Dhaka
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150,000+ university students in Bashundhara, Badda, and Aftabnagar.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Bachelor job holders seeking affordable room/seat sharing.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Homeowners wanting verified, spam-free tenants.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30352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182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800" b="1">
                <a:solidFill>
                  <a:srgbClr val="34D399"/>
                </a:solidFill>
                <a:latin typeface="Segoe UI"/>
              </a:rPr>
              <a:t>💰 Monetization Models
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Featured Listing Boosts (৳99 per week for urgent vacancies).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Verified Landlord / Student ID Badge subscription.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In-App moving &amp; logistics partner integrations.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114800"/>
            <a:ext cx="530352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182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800" b="1">
                <a:solidFill>
                  <a:srgbClr val="FBBF24"/>
                </a:solidFill>
                <a:latin typeface="Segoe UI"/>
              </a:rPr>
              <a:t>🛡️ Trust &amp; Safety Differentiation
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Privacy Shield number masking builds 10x higher user trust.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Transparent utility breakdown stops move-in disputes.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Anti-broker community moderation.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30352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182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800" b="1">
                <a:solidFill>
                  <a:srgbClr val="818CF8"/>
                </a:solidFill>
                <a:latin typeface="Segoe UI"/>
              </a:rPr>
              <a:t>📈 Scalability Beyond Dhaka
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Modular architecture easily scales to Chittagong, Sylhet, Rajshahi.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Lightweight client loads in under 1.2s on mobile networks.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722D"/>
                </a:solidFill>
                <a:latin typeface="Segoe UI"/>
              </a:rPr>
              <a:t>LIVE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Dual-Screen Demonstration Setup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035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82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800" b="1">
                <a:solidFill>
                  <a:srgbClr val="C9722D"/>
                </a:solidFill>
                <a:latin typeface="Segoe UI"/>
              </a:rPr>
              <a:t>📱 Left Screen: Mobile App (React Native)
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1. Show GPS Radar scanning Dhaka student hubs.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2. Drag-to-pan map and smooth scroll-zoom over Bashundhara.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3. Click a glowing blip -&gt; View details &amp; itemized utility bill.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4. Click [Call Host] -&gt; Hear live synthesized ringback audio.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5. Post a 1-Seat Vacancy in under 60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3035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82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/>
            <a:r>
              <a:rPr sz="1800" b="1">
                <a:solidFill>
                  <a:srgbClr val="38BDF8"/>
                </a:solidFill>
                <a:latin typeface="Segoe UI"/>
              </a:rPr>
              <a:t>🌐 Right Screen: Super Admin Web Portal
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1. Observe instant live sync of the newly posted seat.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2. Inspect University Hub Vacancy Distribution Heatmap.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3. Search &amp; filter in Listing Moderation Directory.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4. Toggle Verified badge &amp; demonstrate Anti-Spam Flagging.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Segoe UI"/>
              </a:rPr>
              <a:t>• 5. View Privacy Shield audit log of completed calls.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34D399"/>
                </a:solidFill>
                <a:latin typeface="Segoe UI"/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2E8F0"/>
                </a:solidFill>
                <a:latin typeface="Segoe UI"/>
              </a:rPr>
              <a:t>ToLetNest: Ready for Live Demonstration &amp; Technical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C9722D"/>
                </a:solidFill>
                <a:latin typeface="Segoe UI"/>
              </a:rPr>
              <a:t>🌐 Live App Portal: http://localhost:3005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94A3B8"/>
                </a:solidFill>
                <a:latin typeface="Segoe UI"/>
              </a:rPr>
              <a:t>Presenter: Wasiur Rahman Sakib | Software Engineer Intern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