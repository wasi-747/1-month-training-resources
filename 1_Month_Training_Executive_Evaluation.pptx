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1-MONTH FULL-STACK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  <a:latin typeface="Segoe UI"/>
              </a:rPr>
              <a:t>Foundations, React 18, Full-Stack Next.js &amp; Capstone Project (ToLetNest)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Presenter: Wasiur Rahman Sakib (Software Engineer Intern)
Organization: TechDojo HQ (Dhaka)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1-MONTH TECHNICAL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1-Month Learning Milestones &amp; Technical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38BDF8"/>
                </a:solidFill>
                <a:latin typeface="Segoe UI"/>
              </a:rPr>
              <a:t>Week 1: Web Foundations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Semantic HTML5 &amp; Modern Responsive Layouts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CSS Grid, Flexbox, Glassmorphism &amp; Custom Properties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ES6+ JavaScript: Closures, Promises, Async/Await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Array Methods (map, filter, reduce) &amp; Immutability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747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Week 2: React 18 Architecture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Component-Driven UI &amp; Uni-directional Data Flow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Virtual DOM &amp; Batched Reconciliation Diffing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React Hooks (useState, useEffect, Custom Hooks)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State Immutability &amp; Memory Leak Cleanups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4747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BBF24"/>
                </a:solidFill>
                <a:latin typeface="Segoe UI"/>
              </a:rPr>
              <a:t>Week 4: Next.js &amp; React Native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Next.js 14 App Router &amp; Server/Client Components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React Native &amp; Expo (Native Android Mobile App)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MongoDB BSON &amp; Mongoose Connection Singleton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Leaflet OpenStreetMap Radar &amp; GPS Distance Engine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Capstone Project: ToLetNest Live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1-MONTH TECHNICAL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Full-Stack Architecture &amp; Production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38BDF8"/>
                </a:solidFill>
                <a:latin typeface="Segoe UI"/>
              </a:rPr>
              <a:t>Frontend Ecosystem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Next.js 14 Client Components ('use client')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React Leaflet for Live Dhaka Street OpenStreetMap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Haversine GPS Formula for real-time distance sorting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Tailored Dark Glassmorphic Design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Backend &amp; Serverless Layer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Next.js Route Handlers (GET, POST, PATCH, DELETE)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Serverless functions deployed on Vercel Edge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JSON validation, error boundaries, resilient fallbacks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Zero-phone-exposure simulated in-app calling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BBF24"/>
                </a:solidFill>
                <a:latin typeface="Segoe UI"/>
              </a:rPr>
              <a:t>Database &amp; Data Persistence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MongoDB Atlas cloud cluster with Mongoose ORM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Singleton connection caching via global.mongoose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2dsphere GeoJSON spatial indexing for coords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In-memory MockStore fallback for zero downtime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Mobile UX &amp; React Native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React Native &amp; Expo Standalone Android App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PWA-grade Mobile App Simulator &amp; Responsive Web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Zero browser alert popups (Native In-App Toasts)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Universal zero-barrier Login &amp; Sub-views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1-MONTH TECHNICAL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Capstone Project: ToLetNest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43F5E"/>
                </a:solidFill>
                <a:latin typeface="Segoe UI"/>
              </a:rPr>
              <a:t>The Problem in Dhaka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Unorganized social media posts without verified map locations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Hidden utility costs causing bitter tenant-landlord disputes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Privacy risks: public phone numbers exposed to spam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High broker fees for students and interns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The ToLetNest Solution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Live GPS Radar Map centered on TechDojo &amp; Dhaka hubs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Interactive pin-drop posting directly on the Leaflet map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Transparent itemized utility breakdown calculator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Masked phone numbers with in-app chat and voice call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Dedicated ad management with status toggle &amp; delete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Live production deployment: https://tolet-nest.vercel.app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1-MONTH TECHNICAL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ToLetNest Live Demonstration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38BDF8"/>
                </a:solidFill>
                <a:latin typeface="Segoe UI"/>
              </a:rPr>
              <a:t>1. Live Radar Map &amp; Search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Show map centered on TechDojo (Uttara Rd 6)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Toggle category filters (Seat vs Room vs Flat)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Observe live distance recalculations from user GPS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2. Pin-Drop Post Creation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Tap 'বিজ্ঞাপন' and 'ম্যাপে পয়েন্ট পিন করুন'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Drop pin at desired location, auto-filling address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Submit and watch smooth in-app emerald toast appear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BBF24"/>
                </a:solidFill>
                <a:latin typeface="Segoe UI"/>
              </a:rPr>
              <a:t>3. Privacy &amp; Communication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Open listing details to show masked phone number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Demonstrate in-app real-time messaging simulator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Trigger in-app private audio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53035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4. My Listings &amp; Management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Open Profile -&gt; 'আমার বিজ্ঞাপন সমূহ'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One-tap toggle status (Available ↔ Rented)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Click Delete with native confirmation dialog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3035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5. Universal Auth Flow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Click Sign Out to open clean Login/Register screen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Demonstrate 1-tap Fast Demo Login (Wasiur / Dr. Farhana)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Instant seamless transition back to active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1-MONTH TECHNICAL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Code Defense &amp; Architectural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38BDF8"/>
                </a:solidFill>
                <a:latin typeface="Segoe UI"/>
              </a:rPr>
              <a:t>Database Singleton Pattern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Problem: Next.js Fast Refresh created 30+ connection leaks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Solution: Cached Mongoose instance in global.mongoose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File: lib/mongodb.js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Haversine Distance Engine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Problem: Spherical earth curvature calculation for distance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Solution: Implemented spherical trigonometry math in JS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File: app/components/MobileAppSimulator.jsx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BBF24"/>
                </a:solidFill>
                <a:latin typeface="Segoe UI"/>
              </a:rPr>
              <a:t>Leaflet Map Integration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Problem: Leaflet requires window object (fails SSR in Next.js)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Solution: Dynamic import with ssr: false &amp; MapFlyTo hook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File: app/components/RealDhakaStreetLeafletMap.jsx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Native In-App UI Architecture
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Problem: Browser alert() and confirm() break mobile aesthetic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Solution: Custom React state toasts &amp; blurred modal dialogs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2E8F0"/>
                </a:solidFill>
                <a:latin typeface="Segoe UI"/>
              </a:rPr>
              <a:t>• File: app/components/MobileAppSimulator.jsx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0B981"/>
                </a:solidFill>
                <a:latin typeface="Segoe UI"/>
              </a:rPr>
              <a:t>Ready for Technical Q&amp;A and Live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Live App: https://tolet-nest.vercel.app
GitHub: https://github.com/wasi-747/1-month-training-resources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