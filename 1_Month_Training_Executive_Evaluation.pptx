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1-MONTH FULL-STACK ENGINEERING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8BDF8"/>
                </a:solidFill>
                <a:latin typeface="Segoe UI"/>
              </a:rPr>
              <a:t>Foundations, React 18, Full-Stack Next.js &amp; Capstone Project (ToLetNest)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  <a:latin typeface="Segoe UI"/>
              </a:rPr>
              <a:t>Presenter: Wasiur Rahman Sakib (Software Engineer Intern)
Organization: TechDojo HQ (Dhaka)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Segoe UI"/>
              </a:rPr>
              <a:t>TRAINING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1-Month Learning Milestones &amp; Technical Growth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47472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38BDF8"/>
                </a:solidFill>
                <a:latin typeface="Segoe UI"/>
              </a:rPr>
              <a:t>Week 1: Web Foundations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Semantic HTML5 &amp; Modern Responsive Layouts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CSS Grid, Flexbox, Glassmorphism &amp; Custom Tokens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ES6+ JavaScript: Closures, Promises, Async/Await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Array Methods (map, filter, reduce) &amp; Immutability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554480"/>
            <a:ext cx="347472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10B981"/>
                </a:solidFill>
                <a:latin typeface="Segoe UI"/>
              </a:rPr>
              <a:t>Week 2: React 18 Architecture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Component-Driven UI &amp; Uni-directional Data Flow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Virtual DOM &amp; Batched Reconciliation Diffing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React Hooks (useState, useEffect, Custom Hooks)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State Immutability &amp; Memory Leak Cleanups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554480"/>
            <a:ext cx="347472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FBBF24"/>
                </a:solidFill>
                <a:latin typeface="Segoe UI"/>
              </a:rPr>
              <a:t>Week 4: Next.js &amp; React Native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Next.js 14 App Router &amp; Server/Client Components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React Native &amp; Expo (Native Android Mobile App)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MongoDB BSON &amp; Mongoose Connection Singleton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Leaflet OpenStreetMap Radar &amp; GPS Distance Engine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Capstone Project: ToLetNest Live Deployment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Segoe UI"/>
              </a:rPr>
              <a:t>THE PROBLEM &amp;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Capstone Project: ToLetNest Ecosystem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30352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F43F5E"/>
                </a:solidFill>
                <a:latin typeface="Segoe UI"/>
              </a:rPr>
              <a:t>The Dhaka Rental Struggle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Scattered social media posts without verified map locations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Hidden utility costs causing disputes between roommates &amp; hosts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Privacy risks: public phone numbers exposed to unwanted calls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High broker fees &amp; lack of student-friendly seat transfer options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30352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10B981"/>
                </a:solidFill>
                <a:latin typeface="Segoe UI"/>
              </a:rPr>
              <a:t>The ToLetNest Innovation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Live GPS Radar Map centered on TechDojo &amp; Dhaka education hubs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Interactive pin-drop posting directly on Leaflet OpenStreetMap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Transparent itemized utility breakdown calculator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Masked phone numbers with in-app private chat &amp; simulated call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Dedicated ad management with status toggle &amp; instant delete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Live on Vercel: https://tolet-nest.vercel.app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Segoe UI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ToLetNest Technical Architecture &amp; Production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30352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38BDF8"/>
                </a:solidFill>
                <a:latin typeface="Segoe UI"/>
              </a:rPr>
              <a:t>Frontend &amp; Maps Layer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Next.js 14 Client Components ('use client')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React Leaflet for Live Dhaka Street OpenStreetMap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Haversine GPS Formula for real-time distance sorting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Tailored Dark Glassmorphic Design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30352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10B981"/>
                </a:solidFill>
                <a:latin typeface="Segoe UI"/>
              </a:rPr>
              <a:t>Backend &amp; Serverless APIs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Next.js Route Handlers (GET, POST, PATCH, DELETE)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Serverless functions deployed on Vercel Edge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JSON schema validation &amp; resilient error boundaries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Zero-phone-exposure simulated in-app calling protocol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23360"/>
            <a:ext cx="530352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FBBF24"/>
                </a:solidFill>
                <a:latin typeface="Segoe UI"/>
              </a:rPr>
              <a:t>Database &amp; Data Persistence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MongoDB Atlas cloud cluster with Mongoose ORM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Singleton connection caching via global.mongoose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2dsphere GeoJSON spatial indexing for coords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In-memory MockStore fallback for zero downtime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30352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FFFFFF"/>
                </a:solidFill>
                <a:latin typeface="Segoe UI"/>
              </a:rPr>
              <a:t>Mobile UX &amp; React Native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React Native &amp; Expo Standalone Android App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PWA-grade Mobile App Simulator &amp; Responsive Web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Zero browser alert popups (Native In-App Toasts)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Universal zero-barrier Login &amp; Sub-views Management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Segoe UI"/>
              </a:rPr>
              <a:t>LIVE APPLICATION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ToLetNest Live Demonstration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47472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38BDF8"/>
                </a:solidFill>
                <a:latin typeface="Segoe UI"/>
              </a:rPr>
              <a:t>1. Live Radar Map &amp; Search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Show map centered on TechDojo (Uttara Rd 6)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Toggle category filters (Seat vs Room vs Flat)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Observe live distance recalculations from user GPS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554480"/>
            <a:ext cx="347472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10B981"/>
                </a:solidFill>
                <a:latin typeface="Segoe UI"/>
              </a:rPr>
              <a:t>2. Pin-Drop Post Creation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Tap 'বিজ্ঞাপন' and 'ম্যাপে পয়েন্ট পিন করুন'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Drop pin at desired location, auto-filling address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Submit and watch smooth in-app emerald toast appear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554480"/>
            <a:ext cx="347472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FBBF24"/>
                </a:solidFill>
                <a:latin typeface="Segoe UI"/>
              </a:rPr>
              <a:t>3. Privacy &amp; Communication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Open listing details to show masked phone number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Demonstrate in-app real-time messaging simulator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Trigger in-app private audio call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31920"/>
            <a:ext cx="530352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FFFFFF"/>
                </a:solidFill>
                <a:latin typeface="Segoe UI"/>
              </a:rPr>
              <a:t>4. My Listings &amp; Management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Open Profile -&gt; 'আমার বিজ্ঞাপন সমূহ'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One-tap toggle status (Available ↔ Rented)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Click Delete with native confirmation dialog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931920"/>
            <a:ext cx="530352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10B981"/>
                </a:solidFill>
                <a:latin typeface="Segoe UI"/>
              </a:rPr>
              <a:t>5. Universal Auth Flow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Click Sign Out to open clean Login/Register screen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Demonstrate 1-tap Fast Demo Login (Wasiur / Dr. Farhana)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Instant seamless transition back to active profile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Segoe UI"/>
              </a:rPr>
              <a:t>TECHNICAL CHALLENGES 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Code Defense &amp; Architectural Solutions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30352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38BDF8"/>
                </a:solidFill>
                <a:latin typeface="Segoe UI"/>
              </a:rPr>
              <a:t>Database Singleton Pattern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Problem: Next.js Fast Refresh created 30+ connection leaks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Solution: Cached Mongoose instance in global.mongoose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File: lib/mongodb.js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30352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10B981"/>
                </a:solidFill>
                <a:latin typeface="Segoe UI"/>
              </a:rPr>
              <a:t>Haversine Distance Engine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Problem: Spherical earth curvature calculation for distance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Solution: Implemented spherical trigonometry math in JS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File: app/components/MobileAppSimulator.jsx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23360"/>
            <a:ext cx="530352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FBBF24"/>
                </a:solidFill>
                <a:latin typeface="Segoe UI"/>
              </a:rPr>
              <a:t>Leaflet Map Integration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Problem: Leaflet requires window object (fails SSR in Next.js)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Solution: Dynamic import with ssr: false &amp; MapFlyTo hook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File: app/components/RealDhakaStreetLeafletMap.jsx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30352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l"/>
            <a:r>
              <a:rPr sz="1700" b="1">
                <a:solidFill>
                  <a:srgbClr val="FFFFFF"/>
                </a:solidFill>
                <a:latin typeface="Segoe UI"/>
              </a:rPr>
              <a:t>Native In-App UI Architecture
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Problem: Browser alert() and confirm() break mobile aesthetic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Solution: Custom React state toasts &amp; blurred modal dialogs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E2E8F0"/>
                </a:solidFill>
                <a:latin typeface="Segoe UI"/>
              </a:rPr>
              <a:t>• File: app/components/MobileAppSimulator.jsx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Segoe UI"/>
              </a:rP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0B981"/>
                </a:solidFill>
                <a:latin typeface="Segoe UI"/>
              </a:rPr>
              <a:t>Ready for Technical Q&amp;A and Live Code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  <a:latin typeface="Segoe UI"/>
              </a:rPr>
              <a:t>Live App: https://tolet-nest.vercel.app
GitHub: https://github.com/wasi-747/1-month-training-resources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